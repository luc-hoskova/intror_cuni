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5D24-8549-AD7E-D22D-EB67B9BDB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340C1-03FC-84AD-2097-146203B3C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27EA-E775-BFD5-08AC-75FE294F5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FCED-4E71-4557-60C4-312B76D7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BAAA-38CB-7A69-E801-4E80B342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6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FA73-D19B-5AE6-5DA6-9F2FD6CD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20628-2435-7E8E-67FD-11B5B7B54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C2E6-CF19-F5FF-5A7D-E4139858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CBAD3-545D-923E-0A4C-424D5CDE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3170-49CF-9733-A8F2-1BE5D6B1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7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E81C-E0B8-C72B-17BE-E80A4170B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41CC3-8442-5CC3-1624-97452FCA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DE386-5BB2-C214-1183-3D2CB3AC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C53B-8447-E0BC-E4FB-F424B402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0C57C-DE75-98CF-278C-5EB48AAF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8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F325B-0447-46D3-5051-95E9A8D0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1930-C92C-4737-7C59-C80F48B83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29394-FF26-9D77-C9EE-E290CB9B9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28FCC-00BD-1AC7-B040-6CD56C65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F0FD8-2174-CAA3-BDC2-7CE8BFCB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325CE-192E-6357-57E4-1BE5305D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B3ED-2CAC-AA96-A3BD-89F52A98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BB706-12DA-722F-E732-79680AF6E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01762-52FA-79B8-7D9C-57D8626F1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77286-8271-8A0F-A87C-84714776C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CC6E61-DA3C-546A-FCD6-442BA6FA4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C9F95-990B-8AD7-E708-E70E9107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4CA95F-7B0C-120A-B79A-D2604774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55D72-CB6B-91F2-FB5E-3B7EB12A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117A-A741-A1D3-B713-529C7F67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1C90E-74E9-4637-E76E-819C4C0C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B4756-5FA5-6A1C-3AD9-4DEE60C2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D5FD5-52E7-0741-22AC-308C19A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1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F5685-D992-0B8D-5959-9352A4FF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BA9CD4-CEE9-D9C7-157F-56608451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A3FBD-3C1D-9AE4-47EF-CA20ABE7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2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BC00-4449-131C-2F03-E9BFD3D01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EA8C0-6287-D75B-F392-42454CBC5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70FE8-7B89-9161-6E8F-9163030AE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5C64A-BFDA-3D84-ABDF-81846450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EC11E-89C1-B1E6-B694-8B52B223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63367-40BD-DE3A-621B-6917A93F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46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5586-C4DF-9858-9A60-D427886E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6CC0E-6C25-FFAE-C10C-5C0F21D84D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4ACA7-12CE-D459-B3CB-0B21FD164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E1C4A-ADAF-89BC-B48A-6074DA01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C5E8B-6BF4-C99B-C8A9-20BB5E93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E0CB3-E97E-DF28-CC15-8103BF2B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1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62BB-B857-9F9B-3CDF-28D0A7BF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2710D-AB51-B993-4D85-6A3561AAB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495F-B00F-20FB-85E7-8810DB07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ED4E-3A16-3595-8F0A-FD5FE811C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B99D9-3922-6D43-2C75-FBFE110D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2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C235BF-3594-7AE9-6144-35C371EE9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B4E15-AAF2-20AB-8BBF-974FFF29C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12900-8577-BFCC-2F70-D01BAF9C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5A2C-D178-D148-C455-B9C81C4B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00AF4-6AC7-182B-77C7-1EC11D6B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09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99E7A-D558-60BE-29B8-4E5CB9F6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3137E-F39E-7C6A-7055-194534D0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5FEE-8AAE-EB16-50D8-87FE9CE67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53BA9-0416-46F7-81B3-05EFD94EFD8A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2461-405E-E848-AA06-25E0C8383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1A271-520E-C57B-31BD-0F4F6AD4E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AC40D-62A5-4027-8FC5-05C13DCD6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EE6602-70A4-548F-D974-469ED5E50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78" t="9305" r="22109" b="8611"/>
          <a:stretch>
            <a:fillRect/>
          </a:stretch>
        </p:blipFill>
        <p:spPr>
          <a:xfrm>
            <a:off x="1838324" y="638175"/>
            <a:ext cx="7658101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06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Valéria Grobárová</dc:creator>
  <cp:lastModifiedBy>Valéria Grobárová</cp:lastModifiedBy>
  <cp:revision>1</cp:revision>
  <dcterms:created xsi:type="dcterms:W3CDTF">2026-09-24T17:04:47Z</dcterms:created>
  <dcterms:modified xsi:type="dcterms:W3CDTF">2026-09-24T17:07:12Z</dcterms:modified>
</cp:coreProperties>
</file>